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Claude Code 完全ガイド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8F9FA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概要・インストール・実践的な使い方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FF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A4335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Claude Code とは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Claude Code とは何か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Anthropic が開発した AI コーディングアシスタント（CLI ツール）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ターミナルから直接 Claude と対話しながらコーディングできる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ファイルの読み書き・編集・テスト実行・Git 操作をすべて自動化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VS Code / JetBrains など主要 IDE に拡張機能として統合可能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チームメンバーの代わりに複雑なタスクを自律的にこなすエージェント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Claude Code の主な特徴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コードベース全体を読み込み、アーキテクチャを理解した上で回答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ファイル操作・コマンド実行をユーザー確認のもとで自律的に実行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バグ修正・リファクタリング・新機能追加・テスト作成を一貫してサポート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CLAUDE.md にプロジェクトルールを記述すると毎回自動で読み込まれる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カスタムスラッシュコマンド（SKILLS）で独自ワークフローを自動化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従来の開発 vs Claude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【従来の開発】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・ドキュメントを検索して実装方法を調べる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・エラーの原因をスタックトレースから手動で追う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・テストを一つ一つ手動で書く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・リファクタリングは影響範囲が広くて後回しに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・複数ファイルの修正は自分で管理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0" y="1188720"/>
            <a:ext cx="365760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【Claude Code】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・「このAPIを実装して」と伝えるだけで完成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・「このエラーを直して」でバグを自動修正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・「テストを書いて」で網羅的なテストを生成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・「このコードをリファクタして」で即対応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・関連ファイルを自動で特定して一括修正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A4335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セットアップ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インストール手順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前提条件: Node.js 18 以上がインストール済みであること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① npm install -g @anthropic-ai/claude-code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② claude  と入力して起動（初回はブラウザで Anthropic ログイン）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VS Code 拡張: コマンドパレット → "Claude Code" を検索してインストール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アップデート: npm update -g @anthropic-ai/claude-code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初期設定のおすすめ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/init コマンドを実行 → CLAUDE.md が自動生成される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CLAUDE.md にビルド・テスト・lint コマンドを記載しておく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~/.claude/settings.json でテーマ・自動更新などを設定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プロジェクト固有のコマンドは .claude/commands/ に SKILL として保存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~/.claude/CLAUDE.md にグローバルな好みや設定を書いておく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A4335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基本的な使い方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よく使うスラッシュコマンド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/help  — 利用可能なコマンドを一覧表示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/clear  — 会話履歴をリセット（コンテキストをクリア）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/compact  — 長い会話を要約して圧縮する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/cost  — 現在のセッションの使用コストを確認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/init  — CLAUDE.md を自動生成してプロジェクトを初期化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ファイル操作の頼み方（具体例）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「src/components/Button.tsx を読んで、props の型を教えて」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「requirements.txt を読んで依存ライブラリを最新版に更新して」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「server.py に /feedback エンドポイントを追加して、テストも書いて」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「style.css を読んで、ダークモード対応のスタイルを追加して」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「このフォルダ全体を読んで CLAUDE.md を生成して」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コード理解とデバッグ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【コードを理解する】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「このクラスの役割を説明して」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「この関数の処理フローを図解して」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「このリポジトリのアーキテクチャを教えて」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「なぜこの実装になっているか推測して」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0" y="1188720"/>
            <a:ext cx="365760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【バグを直す】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「このエラーの原因を調べて修正して」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「テストが失敗している原因を特定して」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「この関数の戻り値がnullになる理由を調べて」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「パフォーマンスが遅い箇所を見つけて改善して」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テストの実行と生成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「pytest を実行してテストが全部通ることを確認して」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「失敗しているテストを修正して」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「このモジュールのユニットテストを網羅的に書いて」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「カバレッジが低い部分にテストを追加して」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テスト結果を確認しながら自動的に修正サイクルを繰り返す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Git 操作の自動化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「変更内容に合った git commit メッセージを作ってコミットして」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「今の変更を PR にまとめて」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「このブランチと main の差分を説明して」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「コンフリクトを解消して」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コミット・PR 作成・コンフリクト解消まですべて自動化できる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A4335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高度な活用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CLAUDE.md — プロジェクトの記憶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プロジェクトルートに置くと Claude が毎回自動で読み込む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ビルド・テスト・lint コマンドを記載 → 毎回聞かれなくなる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コーディング規約・命名規則・アーキテクチャを記述しておく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~/.claude/CLAUDE.md に書くとすべてのプロジェクトで有効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/init を実行するとコードベースを分析して自動生成してくれる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SKILLS — カスタムスラッシュコマンド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.claude/commands/ フォルダに .md ファイルを置くだけで作成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~/.claude/commands/ に置くと全プロジェクトで使えるグローバル SKILL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/slides と入力するだけで「スライド自動生成ワークフロー」を起動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よく使う作業（レビュー・デプロイ・レポート生成など）を自動化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チームで共有すれば全員が同じワークフローを使える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MCP — 外部サービスとの連携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MCP（Model Context Protocol）でツールや外部 API と連携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GitHub MCP: PR・Issue・コードを直接操作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Slack MCP: Claude からチャンネルにメッセージを送信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Database MCP: SQL クエリを自然言語で実行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設定は ~/.claude/settings.json の mcpServers セクションに記述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実践的な活用事例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シーン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Claude Code への指示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効果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新機能追加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「ユーザー認証機能を追加して、テストも書いて」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数時間 → 数十分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バグ修正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「このエラーを直して、再発防止のテストも追加して」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原因特定が即座に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コードレビュー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「このPRをレビューして改善点を教えて」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レビュー準備を短縮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ドキュメント作成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「このAPIの仕様書をMarkdownで作って」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手書き不要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リファクタリング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「このモジュールをクリーンアーキテクチャに整理して」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 JP" panose="020B0200000000000000" pitchFamily="34" charset="-122"/>
                          <a:ea typeface="Noto Sans JP" panose="020B0200000000000000" pitchFamily="34" charset="-122"/>
                          <a:cs typeface="Noto Sans JP" panose="020B0200000000000000" pitchFamily="34" charset="-120"/>
                        </a:rPr>
                        <a:t>大規模改修が安全に</a:t>
                      </a:r>
                      <a:endParaRPr lang="en-US" sz="1600" dirty="0">
                        <a:latin typeface="Noto Sans JP" panose="020B0200000000000000" pitchFamily="34" charset="-122"/>
                        <a:ea typeface="Noto Sans JP" panose="020B0200000000000000" pitchFamily="34" charset="-122"/>
                        <a:cs typeface="Noto Sans JP" panose="020B0200000000000000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0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Claude Code で開発体験を変えよう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9FA"/>
                </a:solidFill>
                <a:latin typeface="Noto Sans JP" panose="020B0200000000000000" pitchFamily="34" charset="-122"/>
                <a:ea typeface="Noto Sans JP" panose="020B0200000000000000" pitchFamily="34" charset="-122"/>
                <a:cs typeface="Noto Sans JP" panose="020B0200000000000000" pitchFamily="34" charset="-120"/>
              </a:rPr>
              <a:t>claude.ai/code — 釧路生成AIラボ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2758</Words>
  <Application>WPS Presentation</Application>
  <PresentationFormat>On-screen Show (16:9)</PresentationFormat>
  <Paragraphs>186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ＭＳ Ｐゴシック</vt:lpstr>
      <vt:lpstr>Wingdings</vt:lpstr>
      <vt:lpstr>Noto Sans JP</vt:lpstr>
      <vt:lpstr>Noto Sans JP</vt:lpstr>
      <vt:lpstr>Calibri</vt:lpstr>
      <vt:lpstr>Microsoft YaHei</vt:lpstr>
      <vt:lpstr>ＭＳ Ｐゴシック</vt:lpstr>
      <vt:lpstr>Arial Unicode MS</vt:lpstr>
      <vt:lpstr>游ゴシック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User</cp:lastModifiedBy>
  <cp:revision>2</cp:revision>
  <dcterms:created xsi:type="dcterms:W3CDTF">2026-03-11T11:21:00Z</dcterms:created>
  <dcterms:modified xsi:type="dcterms:W3CDTF">2026-03-11T23:04:40Z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1041-10.8.2.6709</vt:lpwstr>
  </property>
</Properties>
</file>